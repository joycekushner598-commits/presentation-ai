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287000" cy="12852400"/>
  <p:notesSz cx="6858000" cy="9144000"/>
  <p:embeddedFontLst>
    <p:embeddedFont>
      <p:font typeface="Poppins" charset="1" panose="00000500000000000000"/>
      <p:regular r:id="rId7"/>
    </p:embeddedFont>
    <p:embeddedFont>
      <p:font typeface="The Seasons" charset="1" panose="000000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0287000" cy="12858750"/>
          </a:xfrm>
          <a:custGeom>
            <a:avLst/>
            <a:gdLst/>
            <a:ahLst/>
            <a:cxnLst/>
            <a:rect r="r" b="b" t="t" l="l"/>
            <a:pathLst>
              <a:path h="12858750" w="10287000">
                <a:moveTo>
                  <a:pt x="0" y="0"/>
                </a:moveTo>
                <a:lnTo>
                  <a:pt x="10287000" y="0"/>
                </a:lnTo>
                <a:lnTo>
                  <a:pt x="10287000" y="12858750"/>
                </a:lnTo>
                <a:lnTo>
                  <a:pt x="0" y="12858750"/>
                </a:lnTo>
                <a:lnTo>
                  <a:pt x="0" y="0"/>
                </a:lnTo>
                <a:close/>
              </a:path>
            </a:pathLst>
          </a:custGeom>
          <a:blipFill>
            <a:blip r:embed="rId2"/>
            <a:stretch>
              <a:fillRect l="-45267" t="0" r="-111215" b="-162219"/>
            </a:stretch>
          </a:blipFill>
        </p:spPr>
      </p:sp>
      <p:grpSp>
        <p:nvGrpSpPr>
          <p:cNvPr name="Group 3" id="3"/>
          <p:cNvGrpSpPr>
            <a:grpSpLocks noChangeAspect="true"/>
          </p:cNvGrpSpPr>
          <p:nvPr/>
        </p:nvGrpSpPr>
        <p:grpSpPr>
          <a:xfrm rot="0">
            <a:off x="3109872" y="811518"/>
            <a:ext cx="6584136" cy="6584136"/>
            <a:chOff x="0" y="0"/>
            <a:chExt cx="3282950" cy="3282950"/>
          </a:xfrm>
        </p:grpSpPr>
        <p:sp>
          <p:nvSpPr>
            <p:cNvPr name="Freeform 4" id="4"/>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a:blip r:embed="rId3"/>
              <a:stretch>
                <a:fillRect l="-25187" t="0" r="-25187" b="0"/>
              </a:stretch>
            </a:blipFill>
          </p:spPr>
        </p:sp>
      </p:grpSp>
      <p:sp>
        <p:nvSpPr>
          <p:cNvPr name="Freeform 5" id="5"/>
          <p:cNvSpPr/>
          <p:nvPr/>
        </p:nvSpPr>
        <p:spPr>
          <a:xfrm flipH="false" flipV="false" rot="0">
            <a:off x="753260" y="11098044"/>
            <a:ext cx="6240301" cy="1232459"/>
          </a:xfrm>
          <a:custGeom>
            <a:avLst/>
            <a:gdLst/>
            <a:ahLst/>
            <a:cxnLst/>
            <a:rect r="r" b="b" t="t" l="l"/>
            <a:pathLst>
              <a:path h="1232459" w="6240301">
                <a:moveTo>
                  <a:pt x="0" y="0"/>
                </a:moveTo>
                <a:lnTo>
                  <a:pt x="6240301" y="0"/>
                </a:lnTo>
                <a:lnTo>
                  <a:pt x="6240301" y="1232460"/>
                </a:lnTo>
                <a:lnTo>
                  <a:pt x="0" y="1232460"/>
                </a:lnTo>
                <a:lnTo>
                  <a:pt x="0" y="0"/>
                </a:lnTo>
                <a:close/>
              </a:path>
            </a:pathLst>
          </a:custGeom>
          <a:blipFill>
            <a:blip r:embed="rId4"/>
            <a:stretch>
              <a:fillRect l="0" t="0" r="0" b="0"/>
            </a:stretch>
          </a:blipFill>
        </p:spPr>
      </p:sp>
      <p:grpSp>
        <p:nvGrpSpPr>
          <p:cNvPr name="Group 6" id="6"/>
          <p:cNvGrpSpPr>
            <a:grpSpLocks noChangeAspect="true"/>
          </p:cNvGrpSpPr>
          <p:nvPr/>
        </p:nvGrpSpPr>
        <p:grpSpPr>
          <a:xfrm rot="-10800000">
            <a:off x="1018961" y="6005375"/>
            <a:ext cx="5708900" cy="5708900"/>
            <a:chOff x="0" y="0"/>
            <a:chExt cx="3282950" cy="3282950"/>
          </a:xfrm>
        </p:grpSpPr>
        <p:sp>
          <p:nvSpPr>
            <p:cNvPr name="Freeform 7" id="7"/>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solidFill>
              <a:srgbClr val="917D76"/>
            </a:solidFill>
            <a:ln w="12700">
              <a:solidFill>
                <a:srgbClr val="000000"/>
              </a:solidFill>
            </a:ln>
          </p:spPr>
        </p:sp>
      </p:grpSp>
      <p:sp>
        <p:nvSpPr>
          <p:cNvPr name="AutoShape 8" id="8"/>
          <p:cNvSpPr/>
          <p:nvPr/>
        </p:nvSpPr>
        <p:spPr>
          <a:xfrm rot="0">
            <a:off x="1565375" y="10771689"/>
            <a:ext cx="1766545" cy="0"/>
          </a:xfrm>
          <a:prstGeom prst="line">
            <a:avLst/>
          </a:prstGeom>
          <a:ln cap="flat" w="19050">
            <a:solidFill>
              <a:srgbClr val="FFFFFF"/>
            </a:solidFill>
            <a:prstDash val="solid"/>
            <a:headEnd type="none" len="sm" w="sm"/>
            <a:tailEnd type="none" len="sm" w="sm"/>
          </a:ln>
        </p:spPr>
      </p:sp>
      <p:sp>
        <p:nvSpPr>
          <p:cNvPr name="Freeform 9" id="9"/>
          <p:cNvSpPr/>
          <p:nvPr/>
        </p:nvSpPr>
        <p:spPr>
          <a:xfrm flipH="false" flipV="false" rot="0">
            <a:off x="7693969" y="8279066"/>
            <a:ext cx="1564331" cy="1161516"/>
          </a:xfrm>
          <a:custGeom>
            <a:avLst/>
            <a:gdLst/>
            <a:ahLst/>
            <a:cxnLst/>
            <a:rect r="r" b="b" t="t" l="l"/>
            <a:pathLst>
              <a:path h="1161516" w="1564331">
                <a:moveTo>
                  <a:pt x="0" y="0"/>
                </a:moveTo>
                <a:lnTo>
                  <a:pt x="1564331" y="0"/>
                </a:lnTo>
                <a:lnTo>
                  <a:pt x="1564331" y="1161516"/>
                </a:lnTo>
                <a:lnTo>
                  <a:pt x="0" y="11615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028700" y="2467424"/>
            <a:ext cx="1436752" cy="1066788"/>
          </a:xfrm>
          <a:custGeom>
            <a:avLst/>
            <a:gdLst/>
            <a:ahLst/>
            <a:cxnLst/>
            <a:rect r="r" b="b" t="t" l="l"/>
            <a:pathLst>
              <a:path h="1066788" w="1436752">
                <a:moveTo>
                  <a:pt x="1436752" y="0"/>
                </a:moveTo>
                <a:lnTo>
                  <a:pt x="0" y="0"/>
                </a:lnTo>
                <a:lnTo>
                  <a:pt x="0" y="1066788"/>
                </a:lnTo>
                <a:lnTo>
                  <a:pt x="1436752" y="1066788"/>
                </a:lnTo>
                <a:lnTo>
                  <a:pt x="14367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565375" y="6708076"/>
            <a:ext cx="4616072" cy="3199130"/>
          </a:xfrm>
          <a:prstGeom prst="rect">
            <a:avLst/>
          </a:prstGeom>
        </p:spPr>
        <p:txBody>
          <a:bodyPr anchor="t" rtlCol="false" tIns="0" lIns="0" bIns="0" rIns="0">
            <a:spAutoFit/>
          </a:bodyPr>
          <a:lstStyle/>
          <a:p>
            <a:pPr algn="l">
              <a:lnSpc>
                <a:spcPts val="3220"/>
              </a:lnSpc>
            </a:pPr>
            <a:r>
              <a:rPr lang="en-US" sz="2300">
                <a:solidFill>
                  <a:srgbClr val="FFFFFF"/>
                </a:solidFill>
                <a:latin typeface="Poppins"/>
                <a:ea typeface="Poppins"/>
                <a:cs typeface="Poppins"/>
                <a:sym typeface="Poppins"/>
              </a:rPr>
              <a:t>"These Borcelle runners are priced at $80 which I think is a great deal. Why? You can use it for light training and running as well while maintaining the same comfort regardless of the type of your training. I'm gonna grab another pair soon!"</a:t>
            </a:r>
          </a:p>
        </p:txBody>
      </p:sp>
      <p:sp>
        <p:nvSpPr>
          <p:cNvPr name="TextBox 12" id="12"/>
          <p:cNvSpPr txBox="true"/>
          <p:nvPr/>
        </p:nvSpPr>
        <p:spPr>
          <a:xfrm rot="0">
            <a:off x="3529096" y="10311984"/>
            <a:ext cx="2872844" cy="786060"/>
          </a:xfrm>
          <a:prstGeom prst="rect">
            <a:avLst/>
          </a:prstGeom>
        </p:spPr>
        <p:txBody>
          <a:bodyPr anchor="t" rtlCol="false" tIns="0" lIns="0" bIns="0" rIns="0">
            <a:spAutoFit/>
          </a:bodyPr>
          <a:lstStyle/>
          <a:p>
            <a:pPr algn="r">
              <a:lnSpc>
                <a:spcPts val="6017"/>
              </a:lnSpc>
            </a:pPr>
            <a:r>
              <a:rPr lang="en-US" sz="4298">
                <a:solidFill>
                  <a:srgbClr val="FFFFFF"/>
                </a:solidFill>
                <a:latin typeface="The Seasons"/>
                <a:ea typeface="The Seasons"/>
                <a:cs typeface="The Seasons"/>
                <a:sym typeface="The Seasons"/>
              </a:rPr>
              <a:t>Juliana Silva</a:t>
            </a:r>
          </a:p>
        </p:txBody>
      </p:sp>
      <p:sp>
        <p:nvSpPr>
          <p:cNvPr name="TextBox 13" id="13"/>
          <p:cNvSpPr txBox="true"/>
          <p:nvPr/>
        </p:nvSpPr>
        <p:spPr>
          <a:xfrm rot="0">
            <a:off x="6993561" y="11355587"/>
            <a:ext cx="2530439" cy="358775"/>
          </a:xfrm>
          <a:prstGeom prst="rect">
            <a:avLst/>
          </a:prstGeom>
        </p:spPr>
        <p:txBody>
          <a:bodyPr anchor="t" rtlCol="false" tIns="0" lIns="0" bIns="0" rIns="0">
            <a:spAutoFit/>
          </a:bodyPr>
          <a:lstStyle/>
          <a:p>
            <a:pPr algn="ctr">
              <a:lnSpc>
                <a:spcPts val="2799"/>
              </a:lnSpc>
            </a:pPr>
            <a:r>
              <a:rPr lang="en-US" sz="1999">
                <a:solidFill>
                  <a:srgbClr val="FFFFFF"/>
                </a:solidFill>
                <a:latin typeface="Poppins"/>
                <a:ea typeface="Poppins"/>
                <a:cs typeface="Poppins"/>
                <a:sym typeface="Poppins"/>
              </a:rPr>
              <a:t>@reallygreatsite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DAG6n9BViPk</dc:identifier>
  <dcterms:modified xsi:type="dcterms:W3CDTF">2011-08-01T06:04:30Z</dcterms:modified>
  <cp:revision>1</cp:revision>
  <dc:title>Beige Modern Runners Customer Review Instagram Post</dc:title>
</cp:coreProperties>
</file>