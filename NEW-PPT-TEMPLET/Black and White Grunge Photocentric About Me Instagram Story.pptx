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0287000" cy="18288000"/>
  <p:notesSz cx="6858000" cy="9144000"/>
  <p:embeddedFontLst>
    <p:embeddedFont>
      <p:font typeface="Agrandir Bold" charset="1" panose="00000800000000000000"/>
      <p:regular r:id="rId7"/>
    </p:embeddedFont>
    <p:embeddedFont>
      <p:font typeface="Agrandir" charset="1" panose="0000050000000000000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8288000" cy="10287000"/>
          </a:xfrm>
          <a:custGeom>
            <a:avLst/>
            <a:gdLst/>
            <a:ahLst/>
            <a:cxnLst/>
            <a:rect r="r" b="b" t="t" l="l"/>
            <a:pathLst>
              <a:path h="10287000" w="18288000">
                <a:moveTo>
                  <a:pt x="0" y="10287000"/>
                </a:moveTo>
                <a:lnTo>
                  <a:pt x="0" y="0"/>
                </a:lnTo>
                <a:lnTo>
                  <a:pt x="18288000" y="0"/>
                </a:lnTo>
                <a:lnTo>
                  <a:pt x="18288000" y="10287000"/>
                </a:lnTo>
                <a:lnTo>
                  <a:pt x="0" y="10287000"/>
                </a:lnTo>
                <a:close/>
              </a:path>
            </a:pathLst>
          </a:custGeom>
          <a:blipFill>
            <a:blip r:embed="rId2"/>
            <a:stretch>
              <a:fillRect l="0" t="-9222" r="0" b="-9222"/>
            </a:stretch>
          </a:blipFill>
        </p:spPr>
      </p:sp>
      <p:sp>
        <p:nvSpPr>
          <p:cNvPr name="Freeform 3" id="3"/>
          <p:cNvSpPr/>
          <p:nvPr/>
        </p:nvSpPr>
        <p:spPr>
          <a:xfrm flipH="false" flipV="false" rot="5400000">
            <a:off x="-4458721" y="4551639"/>
            <a:ext cx="13785699" cy="9184722"/>
          </a:xfrm>
          <a:custGeom>
            <a:avLst/>
            <a:gdLst/>
            <a:ahLst/>
            <a:cxnLst/>
            <a:rect r="r" b="b" t="t" l="l"/>
            <a:pathLst>
              <a:path h="9184722" w="13785699">
                <a:moveTo>
                  <a:pt x="0" y="0"/>
                </a:moveTo>
                <a:lnTo>
                  <a:pt x="13785699" y="0"/>
                </a:lnTo>
                <a:lnTo>
                  <a:pt x="13785699" y="9184722"/>
                </a:lnTo>
                <a:lnTo>
                  <a:pt x="0" y="9184722"/>
                </a:lnTo>
                <a:lnTo>
                  <a:pt x="0" y="0"/>
                </a:lnTo>
                <a:close/>
              </a:path>
            </a:pathLst>
          </a:custGeom>
          <a:blipFill>
            <a:blip r:embed="rId3"/>
            <a:stretch>
              <a:fillRect l="0" t="0" r="0" b="0"/>
            </a:stretch>
          </a:blipFill>
        </p:spPr>
      </p:sp>
      <p:sp>
        <p:nvSpPr>
          <p:cNvPr name="Freeform 4" id="4"/>
          <p:cNvSpPr/>
          <p:nvPr/>
        </p:nvSpPr>
        <p:spPr>
          <a:xfrm flipH="false" flipV="false" rot="0">
            <a:off x="5166601" y="3014468"/>
            <a:ext cx="5387666" cy="7393024"/>
          </a:xfrm>
          <a:custGeom>
            <a:avLst/>
            <a:gdLst/>
            <a:ahLst/>
            <a:cxnLst/>
            <a:rect r="r" b="b" t="t" l="l"/>
            <a:pathLst>
              <a:path h="7393024" w="5387666">
                <a:moveTo>
                  <a:pt x="0" y="0"/>
                </a:moveTo>
                <a:lnTo>
                  <a:pt x="5387667" y="0"/>
                </a:lnTo>
                <a:lnTo>
                  <a:pt x="5387667" y="7393024"/>
                </a:lnTo>
                <a:lnTo>
                  <a:pt x="0" y="7393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5795302" y="3457511"/>
            <a:ext cx="5226805" cy="6221293"/>
            <a:chOff x="0" y="0"/>
            <a:chExt cx="809769" cy="963841"/>
          </a:xfrm>
        </p:grpSpPr>
        <p:sp>
          <p:nvSpPr>
            <p:cNvPr name="Freeform 6" id="6"/>
            <p:cNvSpPr/>
            <p:nvPr/>
          </p:nvSpPr>
          <p:spPr>
            <a:xfrm flipH="false" flipV="false" rot="0">
              <a:off x="0" y="0"/>
              <a:ext cx="809769" cy="963841"/>
            </a:xfrm>
            <a:custGeom>
              <a:avLst/>
              <a:gdLst/>
              <a:ahLst/>
              <a:cxnLst/>
              <a:rect r="r" b="b" t="t" l="l"/>
              <a:pathLst>
                <a:path h="963841" w="809769">
                  <a:moveTo>
                    <a:pt x="0" y="0"/>
                  </a:moveTo>
                  <a:lnTo>
                    <a:pt x="809769" y="0"/>
                  </a:lnTo>
                  <a:lnTo>
                    <a:pt x="809769" y="963841"/>
                  </a:lnTo>
                  <a:lnTo>
                    <a:pt x="0" y="963841"/>
                  </a:lnTo>
                  <a:close/>
                </a:path>
              </a:pathLst>
            </a:custGeom>
            <a:blipFill>
              <a:blip r:embed="rId6"/>
              <a:stretch>
                <a:fillRect l="-40936" t="-27369" r="-45186" b="-107333"/>
              </a:stretch>
            </a:blipFill>
          </p:spPr>
        </p:sp>
      </p:grpSp>
      <p:sp>
        <p:nvSpPr>
          <p:cNvPr name="Freeform 7" id="7"/>
          <p:cNvSpPr/>
          <p:nvPr/>
        </p:nvSpPr>
        <p:spPr>
          <a:xfrm flipH="false" flipV="false" rot="5400000">
            <a:off x="-1749350" y="15701880"/>
            <a:ext cx="13785699" cy="9184722"/>
          </a:xfrm>
          <a:custGeom>
            <a:avLst/>
            <a:gdLst/>
            <a:ahLst/>
            <a:cxnLst/>
            <a:rect r="r" b="b" t="t" l="l"/>
            <a:pathLst>
              <a:path h="9184722" w="13785699">
                <a:moveTo>
                  <a:pt x="0" y="0"/>
                </a:moveTo>
                <a:lnTo>
                  <a:pt x="13785700" y="0"/>
                </a:lnTo>
                <a:lnTo>
                  <a:pt x="13785700" y="9184722"/>
                </a:lnTo>
                <a:lnTo>
                  <a:pt x="0" y="9184722"/>
                </a:lnTo>
                <a:lnTo>
                  <a:pt x="0" y="0"/>
                </a:lnTo>
                <a:close/>
              </a:path>
            </a:pathLst>
          </a:custGeom>
          <a:blipFill>
            <a:blip r:embed="rId3"/>
            <a:stretch>
              <a:fillRect l="0" t="0" r="0" b="0"/>
            </a:stretch>
          </a:blipFill>
        </p:spPr>
      </p:sp>
      <p:sp>
        <p:nvSpPr>
          <p:cNvPr name="TextBox 8" id="8"/>
          <p:cNvSpPr txBox="true"/>
          <p:nvPr/>
        </p:nvSpPr>
        <p:spPr>
          <a:xfrm rot="0">
            <a:off x="540874" y="3537451"/>
            <a:ext cx="4305586" cy="2364065"/>
          </a:xfrm>
          <a:prstGeom prst="rect">
            <a:avLst/>
          </a:prstGeom>
        </p:spPr>
        <p:txBody>
          <a:bodyPr anchor="t" rtlCol="false" tIns="0" lIns="0" bIns="0" rIns="0">
            <a:spAutoFit/>
          </a:bodyPr>
          <a:lstStyle/>
          <a:p>
            <a:pPr algn="l">
              <a:lnSpc>
                <a:spcPts val="8058"/>
              </a:lnSpc>
            </a:pPr>
            <a:r>
              <a:rPr lang="en-US" b="true" sz="8665">
                <a:solidFill>
                  <a:srgbClr val="FFFFFF"/>
                </a:solidFill>
                <a:latin typeface="Agrandir Bold"/>
                <a:ea typeface="Agrandir Bold"/>
                <a:cs typeface="Agrandir Bold"/>
                <a:sym typeface="Agrandir Bold"/>
              </a:rPr>
              <a:t>ABOUT ME</a:t>
            </a:r>
          </a:p>
        </p:txBody>
      </p:sp>
      <p:sp>
        <p:nvSpPr>
          <p:cNvPr name="TextBox 9" id="9"/>
          <p:cNvSpPr txBox="true"/>
          <p:nvPr/>
        </p:nvSpPr>
        <p:spPr>
          <a:xfrm rot="0">
            <a:off x="540874" y="5942129"/>
            <a:ext cx="4602626" cy="6652197"/>
          </a:xfrm>
          <a:prstGeom prst="rect">
            <a:avLst/>
          </a:prstGeom>
        </p:spPr>
        <p:txBody>
          <a:bodyPr anchor="t" rtlCol="false" tIns="0" lIns="0" bIns="0" rIns="0">
            <a:spAutoFit/>
          </a:bodyPr>
          <a:lstStyle/>
          <a:p>
            <a:pPr algn="l">
              <a:lnSpc>
                <a:spcPts val="4003"/>
              </a:lnSpc>
            </a:pPr>
            <a:r>
              <a:rPr lang="en-US" sz="2859" spc="223">
                <a:solidFill>
                  <a:srgbClr val="FFFFFF"/>
                </a:solidFill>
                <a:latin typeface="Agrandir"/>
                <a:ea typeface="Agrandir"/>
                <a:cs typeface="Agrandir"/>
                <a:sym typeface="Agrandir"/>
              </a:rPr>
              <a:t>Michelle is a passionate digital marketer with a creative flair for content creation and brand strategy. With years of experience in the field, she has helped businesses grow their online presence and engage their audience more effectively.</a:t>
            </a:r>
          </a:p>
        </p:txBody>
      </p:sp>
      <p:sp>
        <p:nvSpPr>
          <p:cNvPr name="TextBox 10" id="10"/>
          <p:cNvSpPr txBox="true"/>
          <p:nvPr/>
        </p:nvSpPr>
        <p:spPr>
          <a:xfrm rot="0">
            <a:off x="1415051" y="14435087"/>
            <a:ext cx="7503100" cy="2655318"/>
          </a:xfrm>
          <a:prstGeom prst="rect">
            <a:avLst/>
          </a:prstGeom>
        </p:spPr>
        <p:txBody>
          <a:bodyPr anchor="t" rtlCol="false" tIns="0" lIns="0" bIns="0" rIns="0">
            <a:spAutoFit/>
          </a:bodyPr>
          <a:lstStyle/>
          <a:p>
            <a:pPr algn="just">
              <a:lnSpc>
                <a:spcPts val="3440"/>
              </a:lnSpc>
            </a:pPr>
            <a:r>
              <a:rPr lang="en-US" sz="2457" spc="191">
                <a:solidFill>
                  <a:srgbClr val="FFFFFF"/>
                </a:solidFill>
                <a:latin typeface="Agrandir"/>
                <a:ea typeface="Agrandir"/>
                <a:cs typeface="Agrandir"/>
                <a:sym typeface="Agrandir"/>
              </a:rPr>
              <a:t>Michelle loves exploring the latest trends in digital marketing, always staying ahead of the curve to bring innovative ideas to her clients. Outside of work, you can find her enjoying outdoor adventures, practicing yoga, or curled up with a good 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DAG6m7USE2k</dc:identifier>
  <dcterms:modified xsi:type="dcterms:W3CDTF">2011-08-01T06:04:30Z</dcterms:modified>
  <cp:revision>1</cp:revision>
  <dc:title>Black and White Grunge Photocentric About Me Instagram Story</dc:title>
</cp:coreProperties>
</file>