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0" dirty="0">
                <a:solidFill>
                  <a:srgbClr val="000000"/>
                </a:solidFill>
              </a:rPr>
              <a:t>ALIZERO Silver Chains</a:t>
            </a:r>
            <a:endParaRPr lang="en-US" sz="5500" dirty="0"/>
          </a:p>
        </p:txBody>
      </p:sp>
      <p:sp>
        <p:nvSpPr>
          <p:cNvPr id="4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</a:rPr>
              <a:t>⭐⭐⭐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I upgraded to $40 chains. They were... fine. It lacked the fine detail I wanted. The color was a dull gray. It just looked generic.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6CC"/>
                </a:solidFill>
              </a:rPr>
              <a:t>点击购买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2025-12-07T12:38:53Z</dcterms:created>
  <dcterms:modified xsi:type="dcterms:W3CDTF">2025-12-07T12:38:53Z</dcterms:modified>
</cp:coreProperties>
</file>