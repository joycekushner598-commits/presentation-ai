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5375" y="1819275"/>
            <a:ext cx="3600450" cy="2200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Wasted $150 on Necklaces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495425" y="4762500"/>
            <a:ext cx="190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D700"/>
                </a:solidFill>
              </a:rPr>
              <a:t>⭐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85900" y="5457825"/>
            <a:ext cx="4391025" cy="1476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I wasted $150 and countless hours trying to find a quality necklace. I bought three cheap mistakes from shady businesses.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2025-12-07T12:38:58Z</dcterms:created>
  <dcterms:modified xsi:type="dcterms:W3CDTF">2025-12-07T12:38:58Z</dcterms:modified>
</cp:coreProperties>
</file>