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85925" y="7896225"/>
            <a:ext cx="4591050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Wasted $150 on Necklaces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057775" y="4381500"/>
            <a:ext cx="2857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D700"/>
                </a:solidFill>
              </a:rPr>
              <a:t>⭐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238625" y="5076825"/>
            <a:ext cx="4752975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 wasted $150 and countless hours trying to find a quality necklace. I bought three cheap mistakes from shady businesses.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95475" y="8582025"/>
            <a:ext cx="46958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点击购买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2025-12-07T12:38:47Z</dcterms:created>
  <dcterms:modified xsi:type="dcterms:W3CDTF">2025-12-07T12:38:47Z</dcterms:modified>
</cp:coreProperties>
</file>