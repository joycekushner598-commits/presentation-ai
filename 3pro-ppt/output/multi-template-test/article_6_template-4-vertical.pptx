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475" y="0"/>
            <a:ext cx="43434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ALIZERO Silver Chains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2800350" y="3952875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</a:rPr>
              <a:t>⭐⭐⭐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628900" y="6134100"/>
            <a:ext cx="5019675" cy="38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I upgraded to $40 chains. They were... fine. It lacked the fine detail I wanted. The color was a dull gray. It just looked generic.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962275" y="16678275"/>
            <a:ext cx="4352925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2025-12-07T12:38:55Z</dcterms:created>
  <dcterms:modified xsi:type="dcterms:W3CDTF">2025-12-07T12:38:55Z</dcterms:modified>
</cp:coreProperties>
</file>