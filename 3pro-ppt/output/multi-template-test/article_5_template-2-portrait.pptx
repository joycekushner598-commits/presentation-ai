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49225"/>
  <p:notesSz cx="12849225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28492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0001250"/>
            <a:ext cx="7620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22222"/>
                </a:solidFill>
              </a:rPr>
              <a:t>Wasted $150 on Necklaces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238500" y="6667500"/>
            <a:ext cx="3810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700"/>
                </a:solidFill>
              </a:rPr>
              <a:t>⭐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43000" y="7429500"/>
            <a:ext cx="8001000" cy="2095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 wasted $150 and countless hours trying to find a quality necklace. I bought three cheap mistakes from shady businesses.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33500" y="10953750"/>
            <a:ext cx="7620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6CC"/>
                </a:solidFill>
              </a:rPr>
              <a:t>点击购买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2025-12-07T12:38:49Z</dcterms:created>
  <dcterms:modified xsi:type="dcterms:W3CDTF">2025-12-07T12:38:49Z</dcterms:modified>
</cp:coreProperties>
</file>