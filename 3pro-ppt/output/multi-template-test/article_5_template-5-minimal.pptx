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71725" y="7248525"/>
            <a:ext cx="571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Wasted $150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371725" y="7991475"/>
            <a:ext cx="39243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D700"/>
                </a:solidFill>
              </a:rPr>
              <a:t>⭐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371725" y="8734425"/>
            <a:ext cx="5819775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I wasted about $150 and countless hours talking to terrible customer service reps. That $150 could have bought the ALIZERO necklace right away.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2025-12-07T12:38:56Z</dcterms:created>
  <dcterms:modified xsi:type="dcterms:W3CDTF">2025-12-07T12:38:56Z</dcterms:modified>
</cp:coreProperties>
</file>