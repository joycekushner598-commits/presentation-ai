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7800" y="2486025"/>
            <a:ext cx="7400925" cy="2362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0" dirty="0">
                <a:solidFill>
                  <a:srgbClr val="000000"/>
                </a:solidFill>
              </a:rPr>
              <a:t>Wasted $150</a:t>
            </a:r>
            <a:endParaRPr lang="en-US" sz="5500" dirty="0"/>
          </a:p>
        </p:txBody>
      </p:sp>
      <p:sp>
        <p:nvSpPr>
          <p:cNvPr id="4" name="Text 1"/>
          <p:cNvSpPr/>
          <p:nvPr/>
        </p:nvSpPr>
        <p:spPr>
          <a:xfrm>
            <a:off x="3238500" y="11811000"/>
            <a:ext cx="3810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700"/>
                </a:solidFill>
              </a:rPr>
              <a:t>⭐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076450" y="12773025"/>
            <a:ext cx="6096000" cy="2276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I wasted about $150 and countless hours talking to terrible customer service reps. That $150 could have bought the ALIZERO necklace right away.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2076450" y="15430500"/>
            <a:ext cx="6096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6CC"/>
                </a:solidFill>
              </a:rPr>
              <a:t>点击购买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2025-12-07T12:38:52Z</dcterms:created>
  <dcterms:modified xsi:type="dcterms:W3CDTF">2025-12-07T12:38:52Z</dcterms:modified>
</cp:coreProperties>
</file>