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4762500"/>
            <a:ext cx="8648700" cy="5715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REVIEW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2395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714500" y="12192000"/>
            <a:ext cx="6858000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necklace is absolutely stunning! The quality exceeded my expectations."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2857500" y="1476375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66CC"/>
                </a:solidFill>
              </a:rPr>
              <a:t>Shop Now →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2025-12-07T13:06:53Z</dcterms:created>
  <dcterms:modified xsi:type="dcterms:W3CDTF">2025-12-07T13:06:53Z</dcterms:modified>
</cp:coreProperties>
</file>