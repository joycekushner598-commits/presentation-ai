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Necklace Upgrade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got tired of throwing away money on jewelry that did not last. I decided to upgrade.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2025-12-07T12:52:19Z</dcterms:created>
  <dcterms:modified xsi:type="dcterms:W3CDTF">2025-12-07T12:52:19Z</dcterms:modified>
</cp:coreProperties>
</file>