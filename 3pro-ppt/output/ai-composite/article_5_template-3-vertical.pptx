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Necklace Nightmare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wasted about $150 and countless hours talking to terrible customer service reps. That $150 could have bought the ALIZERO necklace right away.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2025-12-07T12:51:47Z</dcterms:created>
  <dcterms:modified xsi:type="dcterms:W3CDTF">2025-12-07T12:51:47Z</dcterms:modified>
</cp:coreProperties>
</file>