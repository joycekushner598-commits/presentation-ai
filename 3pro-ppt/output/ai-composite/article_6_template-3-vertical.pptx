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Upgrade</a:t>
            </a:r>
            <a:endParaRPr lang="en-US" sz="6800" dirty="0"/>
          </a:p>
        </p:txBody>
      </p:sp>
      <p:sp>
        <p:nvSpPr>
          <p:cNvPr id="4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WOW. This was 925 Sterling Silver. Silver is a real precious metal. It costs more, but the look is totally different.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Now 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2025-12-07T12:52:02Z</dcterms:created>
  <dcterms:modified xsi:type="dcterms:W3CDTF">2025-12-07T12:52:02Z</dcterms:modified>
</cp:coreProperties>
</file>