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150" y="5524500"/>
            <a:ext cx="8648700" cy="523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Denim Cap Delight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cap already had that ideal, faded, soft appearance. The distressing was subtle and authentic—not overly fake or dramatic.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Now →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2025-12-07T12:53:18Z</dcterms:created>
  <dcterms:modified xsi:type="dcterms:W3CDTF">2025-12-07T12:53:18Z</dcterms:modified>
</cp:coreProperties>
</file>