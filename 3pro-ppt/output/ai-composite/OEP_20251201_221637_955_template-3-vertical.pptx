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Hat Buying Fails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attempt to save a few dollars, I made five major errors. The result was a collection of faded, poorly made hats.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Now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2025-12-07T12:53:02Z</dcterms:created>
  <dcterms:modified xsi:type="dcterms:W3CDTF">2025-12-07T12:53:02Z</dcterms:modified>
</cp:coreProperties>
</file>