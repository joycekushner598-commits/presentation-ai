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9150" y="5524500"/>
            <a:ext cx="8648700" cy="523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47800" y="2486025"/>
            <a:ext cx="7400925" cy="2362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Modian Heart Review</a:t>
            </a:r>
            <a:endParaRPr lang="en-US" sz="6800" dirty="0"/>
          </a:p>
        </p:txBody>
      </p:sp>
      <p:sp>
        <p:nvSpPr>
          <p:cNvPr id="5" name="Text 1"/>
          <p:cNvSpPr/>
          <p:nvPr/>
        </p:nvSpPr>
        <p:spPr>
          <a:xfrm>
            <a:off x="3238500" y="11811000"/>
            <a:ext cx="3810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2076450" y="12773025"/>
            <a:ext cx="6096000" cy="22764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Mozaer provided the best combination of quality materials and reasonable pricing. 925 Sterling Silver piece offers the best value for your money.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2076450" y="15430500"/>
            <a:ext cx="6096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点击购买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2025-12-07T12:47:11Z</dcterms:created>
  <dcterms:modified xsi:type="dcterms:W3CDTF">2025-12-07T12:47:11Z</dcterms:modified>
</cp:coreProperties>
</file>