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0287000" cy="18288000"/>
  <p:notesSz cx="18288000" cy="10287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image" Target="../media/image-1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0287000" cy="1828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819150" y="5524500"/>
            <a:ext cx="8648700" cy="523875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1447800" y="2486025"/>
            <a:ext cx="7400925" cy="2362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6800" b="1" dirty="0">
                <a:solidFill>
                  <a:srgbClr val="00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Denim Cap Review</a:t>
            </a:r>
            <a:endParaRPr lang="en-US" sz="6800" dirty="0"/>
          </a:p>
        </p:txBody>
      </p:sp>
      <p:sp>
        <p:nvSpPr>
          <p:cNvPr id="5" name="Text 1"/>
          <p:cNvSpPr/>
          <p:nvPr/>
        </p:nvSpPr>
        <p:spPr>
          <a:xfrm>
            <a:off x="3238500" y="11811000"/>
            <a:ext cx="3810000" cy="5715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3000" dirty="0">
                <a:solidFill>
                  <a:srgbClr val="FFD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⭐⭐⭐⭐⭐</a:t>
            </a:r>
            <a:endParaRPr lang="en-US" sz="3000" dirty="0"/>
          </a:p>
        </p:txBody>
      </p:sp>
      <p:sp>
        <p:nvSpPr>
          <p:cNvPr id="6" name="Text 2"/>
          <p:cNvSpPr/>
          <p:nvPr/>
        </p:nvSpPr>
        <p:spPr>
          <a:xfrm>
            <a:off x="2076450" y="12773025"/>
            <a:ext cx="6096000" cy="2276475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300" i="1" dirty="0">
                <a:solidFill>
                  <a:srgbClr val="00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This cap already had that ideal, faded, soft appearance. The distressing was subtle and authentic—not overly fake or dramatic.</a:t>
            </a:r>
            <a:endParaRPr lang="en-US" sz="2300" dirty="0"/>
          </a:p>
        </p:txBody>
      </p:sp>
      <p:sp>
        <p:nvSpPr>
          <p:cNvPr id="7" name="Text 3"/>
          <p:cNvSpPr/>
          <p:nvPr/>
        </p:nvSpPr>
        <p:spPr>
          <a:xfrm>
            <a:off x="2076450" y="15430500"/>
            <a:ext cx="6096000" cy="5715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000" dirty="0">
                <a:solidFill>
                  <a:srgbClr val="0066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点击购买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2025-12-07T12:47:17Z</dcterms:created>
  <dcterms:modified xsi:type="dcterms:W3CDTF">2025-12-07T12:47:17Z</dcterms:modified>
</cp:coreProperties>
</file>