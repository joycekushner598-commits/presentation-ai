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Upgrade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WOW. This was 925 Sterling Silver. Silver is a real precious metal. It costs more, but the look is totally different.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2025-12-07T12:47:04Z</dcterms:created>
  <dcterms:modified xsi:type="dcterms:W3CDTF">2025-12-07T12:47:04Z</dcterms:modified>
</cp:coreProperties>
</file>