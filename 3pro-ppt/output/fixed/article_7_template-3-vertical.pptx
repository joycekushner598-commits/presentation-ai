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Necklace Upgrade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pieces use better metal that won't stain &amp; CZ stones actually sparkle. You buy once, not four times a year.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2025-12-07T12:47:06Z</dcterms:created>
  <dcterms:modified xsi:type="dcterms:W3CDTF">2025-12-07T12:47:06Z</dcterms:modified>
</cp:coreProperties>
</file>