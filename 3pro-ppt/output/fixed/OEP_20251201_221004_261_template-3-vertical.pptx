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Baseball Cap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structure and great stitching. The quality looked much better than the price tag suggested.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2025-12-07T12:47:13Z</dcterms:created>
  <dcterms:modified xsi:type="dcterms:W3CDTF">2025-12-07T12:47:13Z</dcterms:modified>
</cp:coreProperties>
</file>