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0287000" cy="18288000"/>
  <p:notesSz cx="6858000" cy="9144000"/>
  <p:embeddedFontLst>
    <p:embeddedFont>
      <p:font typeface="Canva Sans" charset="1" panose="020B0503030501040103"/>
      <p:regular r:id="rId7"/>
    </p:embeddedFont>
    <p:embeddedFont>
      <p:font typeface="Canva Sans Italics" charset="1" panose="020B0503030501040103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0" y="0"/>
                </a:moveTo>
                <a:lnTo>
                  <a:pt x="10287000" y="0"/>
                </a:ln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852" t="0" r="-10402" b="-1250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658" y="7913734"/>
            <a:ext cx="10260342" cy="10260342"/>
          </a:xfrm>
          <a:custGeom>
            <a:avLst/>
            <a:gdLst/>
            <a:ahLst/>
            <a:cxnLst/>
            <a:rect r="r" b="b" t="t" l="l"/>
            <a:pathLst>
              <a:path h="10260342" w="10260342">
                <a:moveTo>
                  <a:pt x="0" y="0"/>
                </a:moveTo>
                <a:lnTo>
                  <a:pt x="10260342" y="0"/>
                </a:lnTo>
                <a:lnTo>
                  <a:pt x="10260342" y="10260342"/>
                </a:lnTo>
                <a:lnTo>
                  <a:pt x="0" y="102603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727792" y="4810990"/>
            <a:ext cx="6831415" cy="8589072"/>
            <a:chOff x="0" y="0"/>
            <a:chExt cx="1799220" cy="226214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99220" cy="2262142"/>
            </a:xfrm>
            <a:custGeom>
              <a:avLst/>
              <a:gdLst/>
              <a:ahLst/>
              <a:cxnLst/>
              <a:rect r="r" b="b" t="t" l="l"/>
              <a:pathLst>
                <a:path h="2262142" w="1799220">
                  <a:moveTo>
                    <a:pt x="24932" y="0"/>
                  </a:moveTo>
                  <a:lnTo>
                    <a:pt x="1774288" y="0"/>
                  </a:lnTo>
                  <a:cubicBezTo>
                    <a:pt x="1788058" y="0"/>
                    <a:pt x="1799220" y="11163"/>
                    <a:pt x="1799220" y="24932"/>
                  </a:cubicBezTo>
                  <a:lnTo>
                    <a:pt x="1799220" y="2237210"/>
                  </a:lnTo>
                  <a:cubicBezTo>
                    <a:pt x="1799220" y="2250980"/>
                    <a:pt x="1788058" y="2262142"/>
                    <a:pt x="1774288" y="2262142"/>
                  </a:cubicBezTo>
                  <a:lnTo>
                    <a:pt x="24932" y="2262142"/>
                  </a:lnTo>
                  <a:cubicBezTo>
                    <a:pt x="11163" y="2262142"/>
                    <a:pt x="0" y="2250980"/>
                    <a:pt x="0" y="2237210"/>
                  </a:cubicBezTo>
                  <a:lnTo>
                    <a:pt x="0" y="24932"/>
                  </a:lnTo>
                  <a:cubicBezTo>
                    <a:pt x="0" y="11163"/>
                    <a:pt x="11163" y="0"/>
                    <a:pt x="24932" y="0"/>
                  </a:cubicBezTo>
                  <a:close/>
                </a:path>
              </a:pathLst>
            </a:custGeom>
            <a:solidFill>
              <a:srgbClr val="FFFFFF">
                <a:alpha val="7098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99220" cy="23002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200826" y="5680548"/>
            <a:ext cx="5885349" cy="5931252"/>
            <a:chOff x="0" y="0"/>
            <a:chExt cx="1550051" cy="15621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0051" cy="1562141"/>
            </a:xfrm>
            <a:custGeom>
              <a:avLst/>
              <a:gdLst/>
              <a:ahLst/>
              <a:cxnLst/>
              <a:rect r="r" b="b" t="t" l="l"/>
              <a:pathLst>
                <a:path h="1562141" w="1550051">
                  <a:moveTo>
                    <a:pt x="28940" y="0"/>
                  </a:moveTo>
                  <a:lnTo>
                    <a:pt x="1521111" y="0"/>
                  </a:lnTo>
                  <a:cubicBezTo>
                    <a:pt x="1537094" y="0"/>
                    <a:pt x="1550051" y="12957"/>
                    <a:pt x="1550051" y="28940"/>
                  </a:cubicBezTo>
                  <a:lnTo>
                    <a:pt x="1550051" y="1533201"/>
                  </a:lnTo>
                  <a:cubicBezTo>
                    <a:pt x="1550051" y="1549184"/>
                    <a:pt x="1537094" y="1562141"/>
                    <a:pt x="1521111" y="1562141"/>
                  </a:cubicBezTo>
                  <a:lnTo>
                    <a:pt x="28940" y="1562141"/>
                  </a:lnTo>
                  <a:cubicBezTo>
                    <a:pt x="12957" y="1562141"/>
                    <a:pt x="0" y="1549184"/>
                    <a:pt x="0" y="1533201"/>
                  </a:cubicBezTo>
                  <a:lnTo>
                    <a:pt x="0" y="28940"/>
                  </a:lnTo>
                  <a:cubicBezTo>
                    <a:pt x="0" y="12957"/>
                    <a:pt x="12957" y="0"/>
                    <a:pt x="2894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50051" cy="16002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154952" y="12286262"/>
            <a:ext cx="3821376" cy="513715"/>
            <a:chOff x="0" y="0"/>
            <a:chExt cx="5095169" cy="684953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748382" y="-66675"/>
              <a:ext cx="4346787" cy="7516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759"/>
                </a:lnSpc>
              </a:pPr>
              <a:r>
                <a:rPr lang="en-US" sz="33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Isabel Mercado</a:t>
              </a:r>
            </a:p>
          </p:txBody>
        </p:sp>
        <p:sp>
          <p:nvSpPr>
            <p:cNvPr name="AutoShape 12" id="12"/>
            <p:cNvSpPr/>
            <p:nvPr/>
          </p:nvSpPr>
          <p:spPr>
            <a:xfrm>
              <a:off x="0" y="317077"/>
              <a:ext cx="561612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799645" y="3952761"/>
            <a:ext cx="511027" cy="486753"/>
          </a:xfrm>
          <a:custGeom>
            <a:avLst/>
            <a:gdLst/>
            <a:ahLst/>
            <a:cxnLst/>
            <a:rect r="r" b="b" t="t" l="l"/>
            <a:pathLst>
              <a:path h="486753" w="511027">
                <a:moveTo>
                  <a:pt x="0" y="0"/>
                </a:moveTo>
                <a:lnTo>
                  <a:pt x="511027" y="0"/>
                </a:lnTo>
                <a:lnTo>
                  <a:pt x="511027" y="486754"/>
                </a:lnTo>
                <a:lnTo>
                  <a:pt x="0" y="486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844242" y="3952761"/>
            <a:ext cx="511027" cy="486753"/>
          </a:xfrm>
          <a:custGeom>
            <a:avLst/>
            <a:gdLst/>
            <a:ahLst/>
            <a:cxnLst/>
            <a:rect r="r" b="b" t="t" l="l"/>
            <a:pathLst>
              <a:path h="486753" w="511027">
                <a:moveTo>
                  <a:pt x="0" y="0"/>
                </a:moveTo>
                <a:lnTo>
                  <a:pt x="511027" y="0"/>
                </a:lnTo>
                <a:lnTo>
                  <a:pt x="511027" y="486754"/>
                </a:lnTo>
                <a:lnTo>
                  <a:pt x="0" y="486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888271" y="3952761"/>
            <a:ext cx="511027" cy="486753"/>
          </a:xfrm>
          <a:custGeom>
            <a:avLst/>
            <a:gdLst/>
            <a:ahLst/>
            <a:cxnLst/>
            <a:rect r="r" b="b" t="t" l="l"/>
            <a:pathLst>
              <a:path h="486753" w="511027">
                <a:moveTo>
                  <a:pt x="0" y="0"/>
                </a:moveTo>
                <a:lnTo>
                  <a:pt x="511027" y="0"/>
                </a:lnTo>
                <a:lnTo>
                  <a:pt x="511027" y="486754"/>
                </a:lnTo>
                <a:lnTo>
                  <a:pt x="0" y="486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932300" y="3952761"/>
            <a:ext cx="511027" cy="486753"/>
          </a:xfrm>
          <a:custGeom>
            <a:avLst/>
            <a:gdLst/>
            <a:ahLst/>
            <a:cxnLst/>
            <a:rect r="r" b="b" t="t" l="l"/>
            <a:pathLst>
              <a:path h="486753" w="511027">
                <a:moveTo>
                  <a:pt x="0" y="0"/>
                </a:moveTo>
                <a:lnTo>
                  <a:pt x="511027" y="0"/>
                </a:lnTo>
                <a:lnTo>
                  <a:pt x="511027" y="486754"/>
                </a:lnTo>
                <a:lnTo>
                  <a:pt x="0" y="486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976328" y="3952761"/>
            <a:ext cx="511027" cy="486753"/>
          </a:xfrm>
          <a:custGeom>
            <a:avLst/>
            <a:gdLst/>
            <a:ahLst/>
            <a:cxnLst/>
            <a:rect r="r" b="b" t="t" l="l"/>
            <a:pathLst>
              <a:path h="486753" w="511027">
                <a:moveTo>
                  <a:pt x="0" y="0"/>
                </a:moveTo>
                <a:lnTo>
                  <a:pt x="511027" y="0"/>
                </a:lnTo>
                <a:lnTo>
                  <a:pt x="511027" y="486754"/>
                </a:lnTo>
                <a:lnTo>
                  <a:pt x="0" y="4867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2632648" y="6134033"/>
            <a:ext cx="5021704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i="true">
                <a:solidFill>
                  <a:srgbClr val="000000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“I’m beyond impressed! My skin feels incredibly soft and hydrated, and I've noticed a visible reduction in fine lines and dark spots. Highly recommend to anyone looking to boost their skincare routine!"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966641" y="16678910"/>
            <a:ext cx="435371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@reallygreatsite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DAG6n-fFXvQ</dc:identifier>
  <dcterms:modified xsi:type="dcterms:W3CDTF">2011-08-01T06:04:30Z</dcterms:modified>
  <cp:revision>1</cp:revision>
  <dc:title>White and Peach Simple Skincare Client Testimonial Instagram Story</dc:title>
</cp:coreProperties>
</file>