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8288000"/>
  <p:notesSz cx="6858000" cy="9144000"/>
  <p:embeddedFontLst>
    <p:embeddedFont>
      <p:font typeface="Tex Gyre Termes" charset="1" panose="00000500000000000000"/>
      <p:regular r:id="rId7"/>
    </p:embeddedFont>
    <p:embeddedFont>
      <p:font typeface="Tex Gyre Termes Italic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59" t="0" r="-925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0373" y="530373"/>
            <a:ext cx="9226253" cy="17227253"/>
            <a:chOff x="0" y="0"/>
            <a:chExt cx="1637624" cy="3057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7624" cy="3057771"/>
            </a:xfrm>
            <a:custGeom>
              <a:avLst/>
              <a:gdLst/>
              <a:ahLst/>
              <a:cxnLst/>
              <a:rect r="r" b="b" t="t" l="l"/>
              <a:pathLst>
                <a:path h="3057771" w="1637624">
                  <a:moveTo>
                    <a:pt x="27691" y="0"/>
                  </a:moveTo>
                  <a:lnTo>
                    <a:pt x="1609933" y="0"/>
                  </a:lnTo>
                  <a:cubicBezTo>
                    <a:pt x="1625226" y="0"/>
                    <a:pt x="1637624" y="12398"/>
                    <a:pt x="1637624" y="27691"/>
                  </a:cubicBezTo>
                  <a:lnTo>
                    <a:pt x="1637624" y="3030080"/>
                  </a:lnTo>
                  <a:cubicBezTo>
                    <a:pt x="1637624" y="3037424"/>
                    <a:pt x="1634707" y="3044467"/>
                    <a:pt x="1629514" y="3049660"/>
                  </a:cubicBezTo>
                  <a:cubicBezTo>
                    <a:pt x="1624321" y="3054853"/>
                    <a:pt x="1617277" y="3057771"/>
                    <a:pt x="1609933" y="3057771"/>
                  </a:cubicBezTo>
                  <a:lnTo>
                    <a:pt x="27691" y="3057771"/>
                  </a:lnTo>
                  <a:cubicBezTo>
                    <a:pt x="12398" y="3057771"/>
                    <a:pt x="0" y="3045373"/>
                    <a:pt x="0" y="3030080"/>
                  </a:cubicBezTo>
                  <a:lnTo>
                    <a:pt x="0" y="27691"/>
                  </a:lnTo>
                  <a:cubicBezTo>
                    <a:pt x="0" y="12398"/>
                    <a:pt x="12398" y="0"/>
                    <a:pt x="27691" y="0"/>
                  </a:cubicBezTo>
                  <a:close/>
                </a:path>
              </a:pathLst>
            </a:custGeom>
            <a:solidFill>
              <a:srgbClr val="F4F3EE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37624" cy="3105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61604" y="5271230"/>
            <a:ext cx="6563792" cy="5166385"/>
            <a:chOff x="0" y="0"/>
            <a:chExt cx="103264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647" cy="812800"/>
            </a:xfrm>
            <a:custGeom>
              <a:avLst/>
              <a:gdLst/>
              <a:ahLst/>
              <a:cxnLst/>
              <a:rect r="r" b="b" t="t" l="l"/>
              <a:pathLst>
                <a:path h="812800" w="1032647">
                  <a:moveTo>
                    <a:pt x="0" y="0"/>
                  </a:moveTo>
                  <a:lnTo>
                    <a:pt x="1032647" y="0"/>
                  </a:lnTo>
                  <a:lnTo>
                    <a:pt x="103264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3264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99058" y="5300710"/>
            <a:ext cx="6488885" cy="5107425"/>
            <a:chOff x="0" y="0"/>
            <a:chExt cx="8651846" cy="6809900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7650" t="0" r="7650" b="0"/>
            <a:stretch>
              <a:fillRect/>
            </a:stretch>
          </p:blipFill>
          <p:spPr>
            <a:xfrm flipH="false" flipV="false">
              <a:off x="0" y="0"/>
              <a:ext cx="8651846" cy="6809900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1445152" y="2484077"/>
            <a:ext cx="7396696" cy="236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4"/>
              </a:lnSpc>
            </a:pPr>
            <a:r>
              <a:rPr lang="en-US" sz="9104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PRODUCT REVIEW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92528" y="10859903"/>
            <a:ext cx="6532869" cy="1030886"/>
            <a:chOff x="0" y="0"/>
            <a:chExt cx="873458" cy="1378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3458" cy="137832"/>
            </a:xfrm>
            <a:custGeom>
              <a:avLst/>
              <a:gdLst/>
              <a:ahLst/>
              <a:cxnLst/>
              <a:rect r="r" b="b" t="t" l="l"/>
              <a:pathLst>
                <a:path h="137832" w="873458">
                  <a:moveTo>
                    <a:pt x="39107" y="0"/>
                  </a:moveTo>
                  <a:lnTo>
                    <a:pt x="834350" y="0"/>
                  </a:lnTo>
                  <a:cubicBezTo>
                    <a:pt x="844722" y="0"/>
                    <a:pt x="854669" y="4120"/>
                    <a:pt x="862003" y="11454"/>
                  </a:cubicBezTo>
                  <a:cubicBezTo>
                    <a:pt x="869337" y="18788"/>
                    <a:pt x="873458" y="28735"/>
                    <a:pt x="873458" y="39107"/>
                  </a:cubicBezTo>
                  <a:lnTo>
                    <a:pt x="873458" y="98724"/>
                  </a:lnTo>
                  <a:cubicBezTo>
                    <a:pt x="873458" y="109096"/>
                    <a:pt x="869337" y="119043"/>
                    <a:pt x="862003" y="126377"/>
                  </a:cubicBezTo>
                  <a:cubicBezTo>
                    <a:pt x="854669" y="133711"/>
                    <a:pt x="844722" y="137832"/>
                    <a:pt x="834350" y="137832"/>
                  </a:cubicBezTo>
                  <a:lnTo>
                    <a:pt x="39107" y="137832"/>
                  </a:lnTo>
                  <a:cubicBezTo>
                    <a:pt x="28735" y="137832"/>
                    <a:pt x="18788" y="133711"/>
                    <a:pt x="11454" y="126377"/>
                  </a:cubicBezTo>
                  <a:cubicBezTo>
                    <a:pt x="4120" y="119043"/>
                    <a:pt x="0" y="109096"/>
                    <a:pt x="0" y="98724"/>
                  </a:cubicBezTo>
                  <a:lnTo>
                    <a:pt x="0" y="39107"/>
                  </a:lnTo>
                  <a:cubicBezTo>
                    <a:pt x="0" y="28735"/>
                    <a:pt x="4120" y="18788"/>
                    <a:pt x="11454" y="11454"/>
                  </a:cubicBezTo>
                  <a:cubicBezTo>
                    <a:pt x="18788" y="4120"/>
                    <a:pt x="28735" y="0"/>
                    <a:pt x="39107" y="0"/>
                  </a:cubicBezTo>
                  <a:close/>
                </a:path>
              </a:pathLst>
            </a:custGeom>
            <a:solidFill>
              <a:srgbClr val="D0C9DC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73458" cy="185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76104" y="11063284"/>
            <a:ext cx="6097339" cy="55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  <a:spcBef>
                <a:spcPct val="0"/>
              </a:spcBef>
            </a:pPr>
            <a:r>
              <a:rPr lang="en-US" sz="3178" i="true">
                <a:solidFill>
                  <a:srgbClr val="00000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Olivia Wilson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861604" y="12315503"/>
            <a:ext cx="6563792" cy="3253966"/>
            <a:chOff x="0" y="0"/>
            <a:chExt cx="877592" cy="4350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592" cy="435062"/>
            </a:xfrm>
            <a:custGeom>
              <a:avLst/>
              <a:gdLst/>
              <a:ahLst/>
              <a:cxnLst/>
              <a:rect r="r" b="b" t="t" l="l"/>
              <a:pathLst>
                <a:path h="435062" w="877592">
                  <a:moveTo>
                    <a:pt x="38923" y="0"/>
                  </a:moveTo>
                  <a:lnTo>
                    <a:pt x="838669" y="0"/>
                  </a:lnTo>
                  <a:cubicBezTo>
                    <a:pt x="860166" y="0"/>
                    <a:pt x="877592" y="17426"/>
                    <a:pt x="877592" y="38923"/>
                  </a:cubicBezTo>
                  <a:lnTo>
                    <a:pt x="877592" y="396139"/>
                  </a:lnTo>
                  <a:cubicBezTo>
                    <a:pt x="877592" y="406462"/>
                    <a:pt x="873491" y="416362"/>
                    <a:pt x="866192" y="423662"/>
                  </a:cubicBezTo>
                  <a:cubicBezTo>
                    <a:pt x="858892" y="430961"/>
                    <a:pt x="848992" y="435062"/>
                    <a:pt x="838669" y="435062"/>
                  </a:cubicBezTo>
                  <a:lnTo>
                    <a:pt x="38923" y="435062"/>
                  </a:lnTo>
                  <a:cubicBezTo>
                    <a:pt x="28600" y="435062"/>
                    <a:pt x="18700" y="430961"/>
                    <a:pt x="11400" y="423662"/>
                  </a:cubicBezTo>
                  <a:cubicBezTo>
                    <a:pt x="4101" y="416362"/>
                    <a:pt x="0" y="406462"/>
                    <a:pt x="0" y="396139"/>
                  </a:cubicBezTo>
                  <a:lnTo>
                    <a:pt x="0" y="38923"/>
                  </a:lnTo>
                  <a:cubicBezTo>
                    <a:pt x="0" y="28600"/>
                    <a:pt x="4101" y="18700"/>
                    <a:pt x="11400" y="11400"/>
                  </a:cubicBezTo>
                  <a:cubicBezTo>
                    <a:pt x="18700" y="4101"/>
                    <a:pt x="28600" y="0"/>
                    <a:pt x="38923" y="0"/>
                  </a:cubicBezTo>
                  <a:close/>
                </a:path>
              </a:pathLst>
            </a:custGeom>
            <a:solidFill>
              <a:srgbClr val="D0C9DC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77592" cy="482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76104" y="12773174"/>
            <a:ext cx="6097339" cy="227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  <a:spcBef>
                <a:spcPct val="0"/>
              </a:spcBef>
            </a:pPr>
            <a:r>
              <a:rPr lang="en-US" sz="3178" i="true">
                <a:solidFill>
                  <a:srgbClr val="000000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Thank you for the problem skin serum! it helped me improve my skin condition and eliminate some problems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987898" y="16454093"/>
            <a:ext cx="311891" cy="31189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C9D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18177" y="16538812"/>
            <a:ext cx="142452" cy="14245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C9D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626371" y="16538812"/>
            <a:ext cx="142452" cy="14245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C9D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DAG6n3OLGXA</dc:identifier>
  <dcterms:modified xsi:type="dcterms:W3CDTF">2011-08-01T06:04:30Z</dcterms:modified>
  <cp:revision>1</cp:revision>
  <dc:title>Purple &amp; Creamy Modern Product Review Instagram Story</dc:title>
</cp:coreProperties>
</file>