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TT Norms" charset="1" panose="02000503030000020003"/>
      <p:regular r:id="rId7"/>
    </p:embeddedFont>
    <p:embeddedFont>
      <p:font typeface="Brittany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3" r="-53568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5143500" y="1072581"/>
            <a:ext cx="4114800" cy="8141839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B88F9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2234" t="0" r="-2223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0E9E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0E9E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8F9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8F9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8F9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8F9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B88F91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6245179"/>
            <a:ext cx="5236469" cy="2029132"/>
          </a:xfrm>
          <a:custGeom>
            <a:avLst/>
            <a:gdLst/>
            <a:ahLst/>
            <a:cxnLst/>
            <a:rect r="r" b="b" t="t" l="l"/>
            <a:pathLst>
              <a:path h="2029132" w="5236469">
                <a:moveTo>
                  <a:pt x="0" y="0"/>
                </a:moveTo>
                <a:lnTo>
                  <a:pt x="5236469" y="0"/>
                </a:lnTo>
                <a:lnTo>
                  <a:pt x="5236469" y="2029131"/>
                </a:lnTo>
                <a:lnTo>
                  <a:pt x="0" y="2029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4667963"/>
            <a:ext cx="5236469" cy="3270376"/>
            <a:chOff x="0" y="0"/>
            <a:chExt cx="2140473" cy="1336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0473" cy="1336808"/>
            </a:xfrm>
            <a:custGeom>
              <a:avLst/>
              <a:gdLst/>
              <a:ahLst/>
              <a:cxnLst/>
              <a:rect r="r" b="b" t="t" l="l"/>
              <a:pathLst>
                <a:path h="1336808" w="2140473">
                  <a:moveTo>
                    <a:pt x="2016013" y="1336808"/>
                  </a:moveTo>
                  <a:lnTo>
                    <a:pt x="124460" y="1336808"/>
                  </a:lnTo>
                  <a:cubicBezTo>
                    <a:pt x="55880" y="1336808"/>
                    <a:pt x="0" y="1280928"/>
                    <a:pt x="0" y="121234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6013" y="0"/>
                  </a:lnTo>
                  <a:cubicBezTo>
                    <a:pt x="2084593" y="0"/>
                    <a:pt x="2140473" y="55880"/>
                    <a:pt x="2140473" y="124460"/>
                  </a:cubicBezTo>
                  <a:lnTo>
                    <a:pt x="2140473" y="1212348"/>
                  </a:lnTo>
                  <a:cubicBezTo>
                    <a:pt x="2140473" y="1280928"/>
                    <a:pt x="2084593" y="1336808"/>
                    <a:pt x="2016013" y="1336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5429680" y="7540693"/>
            <a:ext cx="835489" cy="834152"/>
            <a:chOff x="0" y="0"/>
            <a:chExt cx="6350000" cy="6339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93974" y="5044612"/>
            <a:ext cx="281066" cy="268067"/>
          </a:xfrm>
          <a:custGeom>
            <a:avLst/>
            <a:gdLst/>
            <a:ahLst/>
            <a:cxnLst/>
            <a:rect r="r" b="b" t="t" l="l"/>
            <a:pathLst>
              <a:path h="268067" w="281066">
                <a:moveTo>
                  <a:pt x="0" y="0"/>
                </a:moveTo>
                <a:lnTo>
                  <a:pt x="281067" y="0"/>
                </a:lnTo>
                <a:lnTo>
                  <a:pt x="281067" y="268067"/>
                </a:lnTo>
                <a:lnTo>
                  <a:pt x="0" y="26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52742" y="5044612"/>
            <a:ext cx="281066" cy="268067"/>
          </a:xfrm>
          <a:custGeom>
            <a:avLst/>
            <a:gdLst/>
            <a:ahLst/>
            <a:cxnLst/>
            <a:rect r="r" b="b" t="t" l="l"/>
            <a:pathLst>
              <a:path h="268067" w="281066">
                <a:moveTo>
                  <a:pt x="0" y="0"/>
                </a:moveTo>
                <a:lnTo>
                  <a:pt x="281066" y="0"/>
                </a:lnTo>
                <a:lnTo>
                  <a:pt x="281066" y="268067"/>
                </a:lnTo>
                <a:lnTo>
                  <a:pt x="0" y="26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205584" y="5044612"/>
            <a:ext cx="281066" cy="268067"/>
          </a:xfrm>
          <a:custGeom>
            <a:avLst/>
            <a:gdLst/>
            <a:ahLst/>
            <a:cxnLst/>
            <a:rect r="r" b="b" t="t" l="l"/>
            <a:pathLst>
              <a:path h="268067" w="281066">
                <a:moveTo>
                  <a:pt x="0" y="0"/>
                </a:moveTo>
                <a:lnTo>
                  <a:pt x="281066" y="0"/>
                </a:lnTo>
                <a:lnTo>
                  <a:pt x="281066" y="268067"/>
                </a:lnTo>
                <a:lnTo>
                  <a:pt x="0" y="26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564351" y="5044612"/>
            <a:ext cx="281066" cy="268067"/>
          </a:xfrm>
          <a:custGeom>
            <a:avLst/>
            <a:gdLst/>
            <a:ahLst/>
            <a:cxnLst/>
            <a:rect r="r" b="b" t="t" l="l"/>
            <a:pathLst>
              <a:path h="268067" w="281066">
                <a:moveTo>
                  <a:pt x="0" y="0"/>
                </a:moveTo>
                <a:lnTo>
                  <a:pt x="281067" y="0"/>
                </a:lnTo>
                <a:lnTo>
                  <a:pt x="281067" y="268067"/>
                </a:lnTo>
                <a:lnTo>
                  <a:pt x="0" y="26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923536" y="5044612"/>
            <a:ext cx="281066" cy="268067"/>
          </a:xfrm>
          <a:custGeom>
            <a:avLst/>
            <a:gdLst/>
            <a:ahLst/>
            <a:cxnLst/>
            <a:rect r="r" b="b" t="t" l="l"/>
            <a:pathLst>
              <a:path h="268067" w="281066">
                <a:moveTo>
                  <a:pt x="0" y="0"/>
                </a:moveTo>
                <a:lnTo>
                  <a:pt x="281067" y="0"/>
                </a:lnTo>
                <a:lnTo>
                  <a:pt x="281067" y="268067"/>
                </a:lnTo>
                <a:lnTo>
                  <a:pt x="0" y="26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83035" y="5453797"/>
            <a:ext cx="438731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I love using these products. There is no sticky feeling after applying the lotion. Now I can use this daily and benefit from it.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5043" y="1822732"/>
            <a:ext cx="3595999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5000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Product</a:t>
            </a:r>
          </a:p>
          <a:p>
            <a:pPr algn="l">
              <a:lnSpc>
                <a:spcPts val="9000"/>
              </a:lnSpc>
            </a:pPr>
            <a:r>
              <a:rPr lang="en-US" sz="5000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3035" y="7174933"/>
            <a:ext cx="302805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Olivia Wilson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DAG6n7b0cu4</dc:identifier>
  <dcterms:modified xsi:type="dcterms:W3CDTF">2011-08-01T06:04:30Z</dcterms:modified>
  <cp:revision>1</cp:revision>
  <dc:title>Pink Beauty Product Review Phone Mockup Instagram Post</dc:title>
</cp:coreProperties>
</file>