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8288000"/>
  <p:notesSz cx="6858000" cy="9144000"/>
  <p:embeddedFontLst>
    <p:embeddedFont>
      <p:font typeface="Open Sans" charset="1" panose="020B0606030504020204"/>
      <p:regular r:id="rId7"/>
    </p:embeddedFont>
    <p:embeddedFont>
      <p:font typeface="Open Sans Light" charset="1" panose="020B0306030504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56605" y="6617741"/>
            <a:ext cx="6573789" cy="4064025"/>
            <a:chOff x="0" y="0"/>
            <a:chExt cx="1328880" cy="821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8880" cy="821536"/>
            </a:xfrm>
            <a:custGeom>
              <a:avLst/>
              <a:gdLst/>
              <a:ahLst/>
              <a:cxnLst/>
              <a:rect r="r" b="b" t="t" l="l"/>
              <a:pathLst>
                <a:path h="821536" w="1328880">
                  <a:moveTo>
                    <a:pt x="60062" y="0"/>
                  </a:moveTo>
                  <a:lnTo>
                    <a:pt x="1268818" y="0"/>
                  </a:lnTo>
                  <a:cubicBezTo>
                    <a:pt x="1284747" y="0"/>
                    <a:pt x="1300024" y="6328"/>
                    <a:pt x="1311288" y="17592"/>
                  </a:cubicBezTo>
                  <a:cubicBezTo>
                    <a:pt x="1322552" y="28856"/>
                    <a:pt x="1328880" y="44133"/>
                    <a:pt x="1328880" y="60062"/>
                  </a:cubicBezTo>
                  <a:lnTo>
                    <a:pt x="1328880" y="761473"/>
                  </a:lnTo>
                  <a:cubicBezTo>
                    <a:pt x="1328880" y="794645"/>
                    <a:pt x="1301989" y="821536"/>
                    <a:pt x="1268818" y="821536"/>
                  </a:cubicBezTo>
                  <a:lnTo>
                    <a:pt x="60062" y="821536"/>
                  </a:lnTo>
                  <a:cubicBezTo>
                    <a:pt x="44133" y="821536"/>
                    <a:pt x="28856" y="815208"/>
                    <a:pt x="17592" y="803944"/>
                  </a:cubicBezTo>
                  <a:cubicBezTo>
                    <a:pt x="6328" y="792680"/>
                    <a:pt x="0" y="777403"/>
                    <a:pt x="0" y="761473"/>
                  </a:cubicBezTo>
                  <a:lnTo>
                    <a:pt x="0" y="60062"/>
                  </a:lnTo>
                  <a:cubicBezTo>
                    <a:pt x="0" y="44133"/>
                    <a:pt x="6328" y="28856"/>
                    <a:pt x="17592" y="17592"/>
                  </a:cubicBezTo>
                  <a:cubicBezTo>
                    <a:pt x="28856" y="6328"/>
                    <a:pt x="44133" y="0"/>
                    <a:pt x="60062" y="0"/>
                  </a:cubicBezTo>
                  <a:close/>
                </a:path>
              </a:pathLst>
            </a:custGeom>
            <a:solidFill>
              <a:srgbClr val="FFFAF6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328880" cy="897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67780" y="7252576"/>
            <a:ext cx="2499380" cy="449327"/>
          </a:xfrm>
          <a:custGeom>
            <a:avLst/>
            <a:gdLst/>
            <a:ahLst/>
            <a:cxnLst/>
            <a:rect r="r" b="b" t="t" l="l"/>
            <a:pathLst>
              <a:path h="449327" w="2499380">
                <a:moveTo>
                  <a:pt x="0" y="0"/>
                </a:moveTo>
                <a:lnTo>
                  <a:pt x="2499381" y="0"/>
                </a:lnTo>
                <a:lnTo>
                  <a:pt x="2499381" y="449327"/>
                </a:lnTo>
                <a:lnTo>
                  <a:pt x="0" y="44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780" y="7995958"/>
            <a:ext cx="3920477" cy="39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5"/>
              </a:lnSpc>
              <a:spcBef>
                <a:spcPct val="0"/>
              </a:spcBef>
            </a:pPr>
            <a:r>
              <a:rPr lang="en-US" sz="208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Ameli</a:t>
            </a:r>
            <a:r>
              <a:rPr lang="en-US" sz="2084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California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7780" y="8731097"/>
            <a:ext cx="5824251" cy="69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84" spc="95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Can't stop raving about this product. Seriously, pick it up and thank me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DAG6nyBMGVo</dc:identifier>
  <dcterms:modified xsi:type="dcterms:W3CDTF">2011-08-01T06:04:30Z</dcterms:modified>
  <cp:revision>1</cp:revision>
  <dc:title>Neutral Simple Review Instagram Story</dc:title>
</cp:coreProperties>
</file>